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2fab1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-2171700"/>
            <a:ext cx="4914900" cy="4914900"/>
          </a:xfrm>
          <a:prstGeom prst="rect">
            <a:avLst/>
          </a:prstGeom>
        </p:spPr>
      </p:pic>
      <p:pic>
        <p:nvPicPr>
          <p:cNvPr id="3" name="Picture 2" descr="crop-0-el_a4e52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-1600200"/>
            <a:ext cx="3771900" cy="3771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7239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3400" y="62484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3400" y="6343650"/>
            <a:ext cx="5334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21 世纪的中美博弈 · 公开资料整理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0" y="6343650"/>
            <a:ext cx="990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95400"/>
            <a:ext cx="5334000" cy="48006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33400" y="495300"/>
            <a:ext cx="57150" cy="5715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pic>
        <p:nvPicPr>
          <p:cNvPr id="10" name="Picture 9" descr="crop-0-el_b829cf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447800"/>
            <a:ext cx="2914650" cy="3581400"/>
          </a:xfrm>
          <a:prstGeom prst="rect">
            <a:avLst/>
          </a:prstGeom>
        </p:spPr>
      </p:pic>
      <p:pic>
        <p:nvPicPr>
          <p:cNvPr id="11" name="Picture 10" descr="crop-0-el_dd23e1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350" y="1447800"/>
            <a:ext cx="2914650" cy="3581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915400" y="1809750"/>
            <a:ext cx="342900" cy="2857500"/>
          </a:xfrm>
          <a:custGeom>
            <a:avLst/>
            <a:gdLst/>
            <a:ahLst/>
            <a:cxnLst/>
            <a:rect l="0" t="0" r="36" b="300"/>
            <a:pathLst>
              <a:path w="36" h="300">
                <a:moveTo>
                  <a:pt x="18" y="0"/>
                </a:moveTo>
                <a:lnTo>
                  <a:pt x="7" y="38"/>
                </a:lnTo>
                <a:lnTo>
                  <a:pt x="27" y="76"/>
                </a:lnTo>
                <a:lnTo>
                  <a:pt x="6" y="116"/>
                </a:lnTo>
                <a:lnTo>
                  <a:pt x="25" y="154"/>
                </a:lnTo>
                <a:lnTo>
                  <a:pt x="7" y="194"/>
                </a:lnTo>
                <a:lnTo>
                  <a:pt x="28" y="232"/>
                </a:lnTo>
                <a:lnTo>
                  <a:pt x="9" y="272"/>
                </a:lnTo>
                <a:lnTo>
                  <a:pt x="18" y="300"/>
                </a:lnTo>
              </a:path>
            </a:pathLst>
          </a:custGeom>
          <a:noFill/>
          <a:ln w="1905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81800" y="5448300"/>
            <a:ext cx="4572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980" b="0" i="0" spc="75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太平洋两岸的对峙格局 · 2001—2026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104900"/>
            <a:ext cx="533400" cy="47625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19200" y="1524000"/>
            <a:ext cx="49530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380"/>
              </a:lnSpc>
            </a:pPr>
            <a:r>
              <a:rPr sz="4200" b="1" i="0" spc="75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21 世纪的中美「战</a:t>
            </a:r>
          </a:p>
          <a:p>
            <a:pPr algn="l">
              <a:lnSpc>
                <a:spcPts val="5380"/>
              </a:lnSpc>
            </a:pPr>
            <a:r>
              <a:rPr sz="4200" b="1" i="0" spc="75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争」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238500"/>
            <a:ext cx="4953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730"/>
              </a:lnSpc>
            </a:pPr>
            <a:r>
              <a:rPr sz="1950" b="0" i="0" spc="75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一场没有硝烟的全维度博弈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3848100"/>
            <a:ext cx="838200" cy="19050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19200" y="4076700"/>
            <a:ext cx="4762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00"/>
              </a:lnSpc>
            </a:pPr>
            <a:r>
              <a:rPr sz="1280" b="0" i="0" spc="38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贸易 · 科技 · 金融 · 军事 · 规则 —— 2001 至今的竞争图谱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5638800"/>
            <a:ext cx="3810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 spc="15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公开资料整理 ·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362700"/>
            <a:ext cx="10363200" cy="9525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2fab1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-2171700"/>
            <a:ext cx="4914900" cy="4914900"/>
          </a:xfrm>
          <a:prstGeom prst="rect">
            <a:avLst/>
          </a:prstGeom>
        </p:spPr>
      </p:pic>
      <p:pic>
        <p:nvPicPr>
          <p:cNvPr id="3" name="Picture 2" descr="crop-0-el_a4e52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-1600200"/>
            <a:ext cx="3771900" cy="3771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7239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3400" y="62484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3400" y="6343650"/>
            <a:ext cx="5334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21 世纪的中美博弈 · 公开资料整理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0" y="6343650"/>
            <a:ext cx="990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409700"/>
            <a:ext cx="10972800" cy="19050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34300" y="3657600"/>
            <a:ext cx="3848100" cy="2590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3400" y="495300"/>
            <a:ext cx="57150" cy="5715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14500" y="2457450"/>
            <a:ext cx="9144000" cy="19050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pic>
        <p:nvPicPr>
          <p:cNvPr id="12" name="Picture 11" descr="chart-1-el_1e8790c6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735666" y="3438525"/>
            <a:ext cx="4605866" cy="2590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6029325"/>
            <a:ext cx="68961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数据口径：中国海关／美国商务部公开资料整理；柱高为当年中美双边贸易总额。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100" y="3886200"/>
            <a:ext cx="3238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20"/>
              </a:lnSpc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始终未解的结构性议题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9100" y="4267200"/>
            <a:ext cx="3238500" cy="9525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39100" y="4419600"/>
            <a:ext cx="3238500" cy="1295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· 产业补贴</a:t>
            </a:r>
          </a:p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· 国有企业</a:t>
            </a:r>
          </a:p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· 技术转让</a:t>
            </a:r>
          </a:p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· 知识产权</a:t>
            </a:r>
          </a:p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· 市场准入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57531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五类议题贯穿历轮磋商，至今未形成结构性安排。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8600"/>
            <a:ext cx="8572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20"/>
              </a:lnSpc>
            </a:pPr>
            <a:r>
              <a:rPr sz="25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贸易与关税战：从入世蜜月到全面加征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52500"/>
            <a:ext cx="914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2001 入世 → 2018 贸易战 → 2020 第一阶段协议 → 2025 再升级｜数据口径：公开资料整理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9250" y="2371725"/>
            <a:ext cx="190500" cy="190500"/>
          </a:xfrm>
          <a:prstGeom prst="ellipse">
            <a:avLst/>
          </a:prstGeom>
          <a:solidFill>
            <a:srgbClr val="FFFFFF"/>
          </a:solidFill>
          <a:ln w="2794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2500" y="179070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2001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2781300"/>
            <a:ext cx="2095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中国加入 WTO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中美贸易进入「入世蜜月期」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双边贸易额约 805 亿美元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7250" y="2371725"/>
            <a:ext cx="190500" cy="190500"/>
          </a:xfrm>
          <a:prstGeom prst="ellipse">
            <a:avLst/>
          </a:prstGeom>
          <a:solidFill>
            <a:srgbClr val="FFFFFF"/>
          </a:solidFill>
          <a:ln w="2794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00500" y="179070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4750" y="2781300"/>
            <a:ext cx="2095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美方依 301 调查加征关税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贸易战正式爆发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覆盖约 3600 亿美元中国商品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5250" y="2371725"/>
            <a:ext cx="190500" cy="190500"/>
          </a:xfrm>
          <a:prstGeom prst="ellipse">
            <a:avLst/>
          </a:prstGeom>
          <a:solidFill>
            <a:srgbClr val="FFFFFF"/>
          </a:solidFill>
          <a:ln w="2794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48500" y="179070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0" y="2781300"/>
            <a:ext cx="2095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第一阶段经贸协议签署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两年增购 2000 亿美元承诺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公开口径完成约六成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63250" y="2371725"/>
            <a:ext cx="190500" cy="190500"/>
          </a:xfrm>
          <a:prstGeom prst="ellipse">
            <a:avLst/>
          </a:prstGeom>
          <a:solidFill>
            <a:srgbClr val="FFFFFF"/>
          </a:solidFill>
          <a:ln w="2794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96500" y="179070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0" y="2781300"/>
            <a:ext cx="2095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关税再度升级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对华平均关税推高至 30% 以上</a:t>
            </a:r>
          </a:p>
          <a:p>
            <a:pPr algn="ctr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中方同步对等反制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2fab1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-2171700"/>
            <a:ext cx="4914900" cy="4914900"/>
          </a:xfrm>
          <a:prstGeom prst="rect">
            <a:avLst/>
          </a:prstGeom>
        </p:spPr>
      </p:pic>
      <p:pic>
        <p:nvPicPr>
          <p:cNvPr id="3" name="Picture 2" descr="crop-0-el_a4e52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-1600200"/>
            <a:ext cx="3771900" cy="3771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7239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3400" y="62484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3400" y="6343650"/>
            <a:ext cx="5334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21 世纪的中美博弈 · 公开资料整理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0" y="6343650"/>
            <a:ext cx="990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495300"/>
            <a:ext cx="57150" cy="5715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33400" y="2057400"/>
            <a:ext cx="5334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33400" y="2628900"/>
            <a:ext cx="5334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33400" y="3200400"/>
            <a:ext cx="5334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3400" y="3771900"/>
            <a:ext cx="5334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33400" y="4343400"/>
            <a:ext cx="5334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096000" y="2381250"/>
            <a:ext cx="1524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115300" y="2381250"/>
            <a:ext cx="1524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134600" y="2381250"/>
            <a:ext cx="1524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17" name="Picture 16" descr="chart-2-el_df6fed3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845300" y="3505200"/>
            <a:ext cx="4063999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914400"/>
            <a:ext cx="78105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2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科技与芯片战：卡脖子与国产替代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1390650"/>
            <a:ext cx="857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2018 中兴事件 → 2019 华为列入实体清单 → 2022.10 出口管制 → 2023.10、2024.12 两度收紧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1733550"/>
            <a:ext cx="5334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产业链分层：五层结构、四个受控环节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20574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设计 ｜ EDA 工具、IP 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0" y="2057400"/>
            <a:ext cx="2095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受美方管制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26289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制造 ｜ 先进制程逻辑芯片、HBM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500" y="2628900"/>
            <a:ext cx="2095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受美方管制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32004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封测 ｜ 先进封装（Chiplet）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9500" y="3200400"/>
            <a:ext cx="2095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前沿竞争焦点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37719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设备 ｜ EUV / DUV 光刻机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9500" y="3771900"/>
            <a:ext cx="2095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美荷日协同管制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3434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材料 ｜ 镓、锗、锑、石墨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0" y="4343400"/>
            <a:ext cx="2095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中方反制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4953000"/>
            <a:ext cx="5334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国产替代：芯片自给率由约 15% 升至 25%–30%（公开口径不一，属区间估计）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5257800"/>
            <a:ext cx="5334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前沿焦点：AI 大模型 · 量子计算 · 先进封装（Chiplet）· RISC-V 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1733550"/>
            <a:ext cx="4191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管制 → 反制 → 替代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2381250"/>
            <a:ext cx="1524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美方管制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0" y="2990850"/>
            <a:ext cx="152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先进芯片 · 半导体设备 · EDA </a:t>
            </a:r>
          </a:p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5300" y="2381250"/>
            <a:ext cx="1524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中方反制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5300" y="2990850"/>
            <a:ext cx="152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镓、锗、锑、超硬材料</a:t>
            </a:r>
          </a:p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（2023–2024）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4600" y="2381250"/>
            <a:ext cx="1524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国产替代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600" y="2990850"/>
            <a:ext cx="152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集成电路产量 1740 → 4500 </a:t>
            </a:r>
          </a:p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亿块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3331" y="2593181"/>
            <a:ext cx="528637" cy="109537"/>
          </a:xfrm>
          <a:custGeom>
            <a:avLst/>
            <a:gdLst/>
            <a:ahLst/>
            <a:cxnLst/>
            <a:rect l="0" t="0" r="55" b="11"/>
            <a:pathLst>
              <a:path w="55" h="11" fill="none">
                <a:moveTo>
                  <a:pt x="2" y="6"/>
                </a:moveTo>
                <a:lnTo>
                  <a:pt x="54" y="6"/>
                </a:lnTo>
              </a:path>
            </a:pathLst>
          </a:custGeom>
          <a:noFill/>
          <a:ln w="13970" cap="flat">
            <a:solidFill>
              <a:srgbClr val="6B7684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622631" y="2593181"/>
            <a:ext cx="528637" cy="109537"/>
          </a:xfrm>
          <a:custGeom>
            <a:avLst/>
            <a:gdLst/>
            <a:ahLst/>
            <a:cxnLst/>
            <a:rect l="0" t="0" r="55" b="11"/>
            <a:pathLst>
              <a:path w="55" h="11" fill="none">
                <a:moveTo>
                  <a:pt x="2" y="6"/>
                </a:moveTo>
                <a:lnTo>
                  <a:pt x="54" y="6"/>
                </a:lnTo>
              </a:path>
            </a:pathLst>
          </a:custGeom>
          <a:noFill/>
          <a:ln w="13970" cap="flat">
            <a:solidFill>
              <a:srgbClr val="6B7684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0" y="5848350"/>
            <a:ext cx="5562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70"/>
              </a:lnSpc>
            </a:pPr>
            <a:r>
              <a:rPr sz="819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数据来源：公开资料整理；2024 年自给率 25%–30% 为区间估计（口径不一）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2fab1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-2171700"/>
            <a:ext cx="4914900" cy="4914900"/>
          </a:xfrm>
          <a:prstGeom prst="rect">
            <a:avLst/>
          </a:prstGeom>
        </p:spPr>
      </p:pic>
      <p:pic>
        <p:nvPicPr>
          <p:cNvPr id="3" name="Picture 2" descr="crop-0-el_a4e52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-1600200"/>
            <a:ext cx="3771900" cy="3771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7239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3400" y="62484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3400" y="6343650"/>
            <a:ext cx="5334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21 世纪的中美博弈 · 公开资料整理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0" y="6343650"/>
            <a:ext cx="990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495300"/>
            <a:ext cx="57150" cy="5715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33400" y="1733550"/>
            <a:ext cx="6096000" cy="4210050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400" y="914400"/>
            <a:ext cx="838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军事与地缘：从台海到印太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390650"/>
            <a:ext cx="9525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力量分布与风险管控：台海、南海、同盟体系与军费对比（公开资料整理）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2076450"/>
            <a:ext cx="1905000" cy="1447800"/>
          </a:xfrm>
          <a:prstGeom prst="roundRect">
            <a:avLst>
              <a:gd name="adj" fmla="val 10526"/>
            </a:avLst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95400" y="4076700"/>
            <a:ext cx="838200" cy="1104900"/>
          </a:xfrm>
          <a:prstGeom prst="roundRect">
            <a:avLst>
              <a:gd name="adj" fmla="val 13636"/>
            </a:avLst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971800" y="3619500"/>
            <a:ext cx="209550" cy="38100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771900" y="4838700"/>
            <a:ext cx="171450" cy="32385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924300" y="5238750"/>
            <a:ext cx="152400" cy="24765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953000" y="2305050"/>
            <a:ext cx="342900" cy="13335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162550" y="2514600"/>
            <a:ext cx="285750" cy="11430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295900" y="2724150"/>
            <a:ext cx="247650" cy="11430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314950" y="3810000"/>
            <a:ext cx="152400" cy="133350"/>
          </a:xfrm>
          <a:prstGeom prst="ellipse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pic>
        <p:nvPicPr>
          <p:cNvPr id="21" name="Picture 20" descr="crop-3-el_9ac77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771650"/>
            <a:ext cx="3352800" cy="3771900"/>
          </a:xfrm>
          <a:prstGeom prst="rect">
            <a:avLst/>
          </a:prstGeom>
        </p:spPr>
      </p:pic>
      <p:pic>
        <p:nvPicPr>
          <p:cNvPr id="22" name="Picture 21" descr="crop-3-el_1e946f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943100"/>
            <a:ext cx="2057400" cy="2628900"/>
          </a:xfrm>
          <a:prstGeom prst="rect">
            <a:avLst/>
          </a:prstGeom>
        </p:spPr>
      </p:pic>
      <p:pic>
        <p:nvPicPr>
          <p:cNvPr id="23" name="Picture 22" descr="chart-3-el_b2c7e906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7349066" y="1733550"/>
            <a:ext cx="3894666" cy="2190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34200" y="4000500"/>
            <a:ext cx="47244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口径说明：美国 2025 财年国防预算约 8,500 亿美元；中国 2025 年国防预算约 1.78 万亿元人民币</a:t>
            </a:r>
          </a:p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（折合约 2,450 亿美元）。两国统计口径不同，此处仅作量级参考，数据为公开资料整理。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4200" y="4591050"/>
            <a:ext cx="4724400" cy="9525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34200" y="4667250"/>
            <a:ext cx="4724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同盟体系：美方推动「印太战略」，强化美日澳印「四方安全对话」（QUAD）与美英澳三边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安全伙伴关系（AUKUS），并将菲律宾军事基地使用权限扩至 9 处（EDCA）。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4200" y="5391150"/>
            <a:ext cx="4724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风险管控：2023 年 11 月中美元首旧金山会晤后恢复两军沟通渠道；2024 年举行海上军事安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全磋商机制会议，避免误判是双方共同诉求。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076450"/>
            <a:ext cx="1905000" cy="1447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60"/>
              </a:lnSpc>
            </a:pPr>
            <a:r>
              <a:rPr sz="10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中国大陆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5400" y="4076700"/>
            <a:ext cx="838200" cy="1104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70"/>
              </a:lnSpc>
            </a:pPr>
            <a:r>
              <a:rPr sz="819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中南半岛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5638800"/>
            <a:ext cx="4381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70"/>
              </a:lnSpc>
            </a:pPr>
            <a:r>
              <a:rPr sz="819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示意地图，非按比例；虚线示意第一 / 第二岛链，圆点为关键节点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7050" y="3371850"/>
            <a:ext cx="95250" cy="95250"/>
          </a:xfrm>
          <a:prstGeom prst="ellipse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552700" y="4476750"/>
            <a:ext cx="95250" cy="95250"/>
          </a:xfrm>
          <a:prstGeom prst="ellipse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095750" y="5295900"/>
            <a:ext cx="95250" cy="95250"/>
          </a:xfrm>
          <a:prstGeom prst="ellipse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543550" y="3829050"/>
            <a:ext cx="95250" cy="95250"/>
          </a:xfrm>
          <a:prstGeom prst="ellipse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219700" y="2038350"/>
            <a:ext cx="95250" cy="95250"/>
          </a:xfrm>
          <a:prstGeom prst="ellipse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219450" y="3314700"/>
            <a:ext cx="609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台海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5100" y="4419600"/>
            <a:ext cx="609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南海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150" y="5238750"/>
            <a:ext cx="7239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菲律宾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5950" y="3771900"/>
            <a:ext cx="609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关岛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2100" y="1981200"/>
            <a:ext cx="609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日本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2fab1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-2171700"/>
            <a:ext cx="4914900" cy="4914900"/>
          </a:xfrm>
          <a:prstGeom prst="rect">
            <a:avLst/>
          </a:prstGeom>
        </p:spPr>
      </p:pic>
      <p:pic>
        <p:nvPicPr>
          <p:cNvPr id="3" name="Picture 2" descr="crop-0-el_a4e52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-1600200"/>
            <a:ext cx="3771900" cy="3771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7239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3400" y="6248400"/>
            <a:ext cx="11125200" cy="19050"/>
          </a:xfrm>
          <a:prstGeom prst="rect">
            <a:avLst/>
          </a:prstGeom>
          <a:solidFill>
            <a:srgbClr val="D8DEE6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3400" y="6343650"/>
            <a:ext cx="5334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21 世纪的中美博弈 · 公开资料整理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0" y="6343650"/>
            <a:ext cx="990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495300"/>
            <a:ext cx="57150" cy="5715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286625" y="1714500"/>
            <a:ext cx="1047750" cy="1047750"/>
          </a:xfrm>
          <a:prstGeom prst="donut">
            <a:avLst/>
          </a:prstGeom>
          <a:noFill/>
          <a:ln w="19050" cap="flat">
            <a:solidFill>
              <a:srgbClr val="C0392B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239375" y="1714500"/>
            <a:ext cx="1047750" cy="1047750"/>
          </a:xfrm>
          <a:prstGeom prst="donut">
            <a:avLst/>
          </a:prstGeom>
          <a:noFill/>
          <a:ln w="19050" cap="flat">
            <a:solidFill>
              <a:srgbClr val="6B7684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286625" y="2819400"/>
            <a:ext cx="4000500" cy="57150"/>
          </a:xfrm>
          <a:prstGeom prst="rect">
            <a:avLst/>
          </a:prstGeom>
          <a:solidFill>
            <a:srgbClr val="16202E"/>
          </a:solidFill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077325" y="2876550"/>
            <a:ext cx="419100" cy="342900"/>
          </a:xfrm>
          <a:prstGeom prst="triangle">
            <a:avLst/>
          </a:prstGeom>
          <a:solidFill>
            <a:srgbClr val="16202E"/>
          </a:solidFill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258300" y="3219450"/>
            <a:ext cx="57150" cy="1219200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620125" y="4438650"/>
            <a:ext cx="1333500" cy="57150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19200" y="5448300"/>
            <a:ext cx="10439400" cy="9525"/>
          </a:xfrm>
          <a:prstGeom prst="rect">
            <a:avLst/>
          </a:prstGeom>
          <a:solidFill>
            <a:srgbClr val="D8DEE6"/>
          </a:solidFill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219200" y="3352800"/>
            <a:ext cx="2095500" cy="381000"/>
          </a:xfrm>
          <a:prstGeom prst="rightArrow">
            <a:avLst/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19200" y="3848100"/>
            <a:ext cx="2095500" cy="381000"/>
          </a:xfrm>
          <a:prstGeom prst="rightArrow">
            <a:avLst/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219200" y="4343400"/>
            <a:ext cx="2095500" cy="381000"/>
          </a:xfrm>
          <a:prstGeom prst="rightArrow">
            <a:avLst/>
          </a:prstGeom>
          <a:solidFill>
            <a:srgbClr val="FFFFFF"/>
          </a:solidFill>
          <a:ln w="10160" cap="flat">
            <a:solidFill>
              <a:srgbClr val="D8DEE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86625" y="1714500"/>
            <a:ext cx="1047750" cy="1047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对抗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9375" y="1714500"/>
            <a:ext cx="1047750" cy="1047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管控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200" y="2019300"/>
            <a:ext cx="533400" cy="3810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52550" y="3352800"/>
            <a:ext cx="1828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① 技术主导权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2550" y="3848100"/>
            <a:ext cx="1828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② 供应链重构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2550" y="4343400"/>
            <a:ext cx="1828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112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③ 国际规则与秩序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3300" y="3352800"/>
            <a:ext cx="33909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谁定义下一代算力与标准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3300" y="3848100"/>
            <a:ext cx="33909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「去风险」与「自主可控」的双向拉扯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3300" y="4343400"/>
            <a:ext cx="33909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多边机制 vs 小院高墙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6625" y="4724400"/>
            <a:ext cx="4000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680"/>
              </a:lnSpc>
            </a:pPr>
            <a:r>
              <a:rPr sz="105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全面脱钩成本过高 —— 竞争将长期处于「对抗 + 管控」的叠加态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5695950"/>
            <a:ext cx="38100" cy="400050"/>
          </a:xfrm>
          <a:prstGeom prst="rect">
            <a:avLst/>
          </a:prstGeom>
          <a:solidFill>
            <a:srgbClr val="C0392B"/>
          </a:solidFill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19200" y="3028950"/>
            <a:ext cx="2286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 spc="15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三条主线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4876800"/>
            <a:ext cx="5715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6B7684"/>
                </a:solidFill>
                <a:latin typeface="Microsoft YaHei"/>
                <a:ea typeface="Microsoft YaHei"/>
                <a:cs typeface="Microsoft YaHei"/>
              </a:rPr>
              <a:t>变量：美国国内政治周期 · 中国经济转型节奏 · 第三方国家（欧盟、东盟、全球南方）的站队与摇摆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1047750"/>
            <a:ext cx="2857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 spc="15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结语 ·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2266950"/>
            <a:ext cx="57150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21 世纪的中美竞争不是热战，而是一场覆盖贸易、科技、金融、规则、舆论与军事威</a:t>
            </a:r>
          </a:p>
          <a:p>
            <a:pPr algn="l">
              <a:lnSpc>
                <a:spcPts val="2160"/>
              </a:lnSpc>
            </a:pPr>
            <a:r>
              <a:rPr sz="120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慑的长期结构性博弈。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1333500"/>
            <a:ext cx="7620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这不是一场会结束的战争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800" y="5638800"/>
            <a:ext cx="9906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480"/>
              </a:lnSpc>
            </a:pPr>
            <a:r>
              <a:rPr sz="1650" b="0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真正的胜负手，不在某一次关税或某一张清单，而在谁能持续把资源转化为长期能力。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